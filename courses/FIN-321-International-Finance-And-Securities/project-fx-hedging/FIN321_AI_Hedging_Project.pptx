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266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E253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B8975C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47472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530"/>
                </a:solidFill>
              </a:rPr>
              <a:t>FIN-321 · SHIDLER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FX Hedging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8A9B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Project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</a:rPr>
              <a:t>A four-stage journey from business problem to executive recommendation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Adam W. Stauffer  ·  Shidler College of Business  ·  University of Hawaiʻi at Mānoa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5A6B7A">
              <a:alpha val="75000"/>
            </a:srgbClr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3474720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B8975C">
              <a:alpha val="75000"/>
            </a:srgbClr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97480" y="34747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474720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6B8FA3">
              <a:alpha val="75000"/>
            </a:srgbClr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34747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3474720"/>
            <a:ext cx="1828800" cy="749808"/>
          </a:xfrm>
          <a:prstGeom prst="roundRect">
            <a:avLst>
              <a:gd name="adj" fmla="val 14634"/>
            </a:avLst>
          </a:prstGeom>
          <a:solidFill>
            <a:srgbClr val="B8975C">
              <a:alpha val="75000"/>
            </a:srgbClr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34747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6454F"/>
                </a:solidFill>
              </a:rPr>
              <a:t>FX risk is real. Multinational firms lose — and gain — millions based on currency moves they don't control. This project teaches you to quantify that exposure and decide what to do about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06040" cy="201168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Real-World 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6454F"/>
                </a:solidFill>
              </a:rPr>
              <a:t>The workflow mirrors what treasury analysts, FP&amp;A managers, and investment bankers actually do when advising the CFO.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92024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920240"/>
            <a:ext cx="2606040" cy="20116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2176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AI Fluency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6454F"/>
                </a:solidFill>
              </a:rPr>
              <a:t>You learn to write machine-readable instructions — a core competency in modern finance that separates analysts from operators.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92024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71616" y="1920240"/>
            <a:ext cx="2606040" cy="20116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71616" y="2176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Portfolio Artifact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08776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6454F"/>
                </a:solidFill>
              </a:rPr>
              <a:t>A four-stage deliverable you can show in interviews: memo, model, spec, and AI-powered recommendation.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530"/>
                </a:solidFill>
              </a:rPr>
              <a:t>"Incomplete understanding is normal. Playing with AI tools is more than half the battle. We're all figuring this out together."  — Instructor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— Four Stages, 24 Points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B8975C"/>
                </a:solidFill>
              </a:rPr>
              <a:t>BUILD  →  DOCUMENT  →  ANALYZE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1965960" cy="54864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 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Executive Memo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Define the FX exposure in business terms. Explain the risk to the CFO and introduce three hedging families with quick pros/cons.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178308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1-page .md memo committed to GitHub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50592" y="164592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50592" y="1645920"/>
            <a:ext cx="1965960" cy="5486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50592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50592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 pts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42032" y="22677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Excel Model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42032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Build a working spreadsheet computing forward, money market, and option hedge outcomes with a ±5% sensitivity table.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42032" y="4160520"/>
            <a:ext cx="178308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42032" y="4160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.xlsx workbook with inputs, formulas, outputs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26864" y="164592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26864" y="1645920"/>
            <a:ext cx="1965960" cy="54864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26864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26864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 pts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18304" y="22677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Technical Spec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18304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Document what you built and articulate an improved design — precise enough for another analyst or an AI to reconstruct.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4160520"/>
            <a:ext cx="178308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4160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2–3 page .md specification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03136" y="164592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03136" y="1645920"/>
            <a:ext cx="1965960" cy="5486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03136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03136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 pts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94576" y="22677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Final Analysis + AI Prompt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94576" y="27889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Interpret results, write a structured AI prompt to regenerate your model, and deliver an executive-ready recommendation.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94576" y="4160520"/>
            <a:ext cx="178308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94576" y="4160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2–4 page .md final deliverable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40280" y="2971800"/>
            <a:ext cx="21031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416552" y="2971800"/>
            <a:ext cx="21031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92824" y="2971800"/>
            <a:ext cx="21031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Executive Memo  ·  4 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FAF9F7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Write a 300–400 word memo to your CFO using the template in _templates/template-decision-memo.md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</a:rPr>
              <a:t>What to Include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Exposure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2240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Currency, amount, and settlement date of your receivable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The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807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What could go wrong — how a USD/EUR move hurts proceeds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374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Three Hedge Families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3374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Forward, Money Market, Options — quick pros &amp; cons 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41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65960" y="39410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Preview Stages 2–4 so the CFO sees the full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810512"/>
            <a:ext cx="3931920" cy="288036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810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75C"/>
                </a:solidFill>
              </a:rPr>
              <a:t>Tips for Success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23042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Write for a non-technical executive — no jargon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7614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Use the decision-memo template exactly as structured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2186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Be specific: name the currency, amount, and timing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675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Commit the .md file to your GitHub repo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1330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Save to shidler/docs/decisions/ in your repository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4389120" cy="438912"/>
          </a:xfrm>
          <a:prstGeom prst="rect">
            <a:avLst/>
          </a:prstGeom>
          <a:solidFill>
            <a:srgbClr val="F5F5F3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617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530"/>
                </a:solidFill>
              </a:rPr>
              <a:t>📄  Deliverable: stage1-memo.md  |  Commit to GitHub  |  Save to docs/decisions/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Excel Model Build  ·  6 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FAF9F7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Build a working Excel workbook that computes and compares hedge outcomes. Start from the template in Lamaku.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146304" cy="128016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Inputs Section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All scenario variables in yellow cells with named ranges (FC_AMT, S0_in, F0_in, R_USD, R_FC, K_PUT, K_CALL, PREM_PUT, PREM_CALL, T_DAYS)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81051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810512"/>
            <a:ext cx="146304" cy="128016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Forward &amp; MM Hedge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Lock-in via forward rate. Replicate via borrow FC → convert at spot → invest USD. Parity check: forward ≈ MM result.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146304" cy="128016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Option Hedges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Put and Call: compute premium cost, show proceeds vs S_T. Include payoff logic. Foundation for sensitivity analysis.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20040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146304" cy="128016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Sensitivity Table ±5%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8444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Vary S_T from 0.95×S₀ to 1.05×S₀ in 1% steps. Compare all strategies in one table + chart.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FAF9F7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201168" cy="201168"/>
          </a:xfrm>
          <a:prstGeom prst="rect">
            <a:avLst/>
          </a:prstGeom>
          <a:solidFill>
            <a:srgbClr val="FFFF00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Yellow = Inputs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4736592"/>
            <a:ext cx="201168" cy="201168"/>
          </a:xfrm>
          <a:prstGeom prst="rect">
            <a:avLst/>
          </a:prstGeom>
          <a:solidFill>
            <a:srgbClr val="BDD7EE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1635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Blue = Assumptions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736592"/>
            <a:ext cx="201168" cy="201168"/>
          </a:xfrm>
          <a:prstGeom prst="rect">
            <a:avLst/>
          </a:prstGeom>
          <a:solidFill>
            <a:srgbClr val="C6EFCE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Green = Formulas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4736592"/>
            <a:ext cx="201168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2259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Gray = Outputs / KPIs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— Technical Specification  ·  4 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F5F5F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Using _templates/template-spec.md, produce a 2–3 page spec detailed enough for another analyst — or an AI — to rebuild your model.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A3"/>
                </a:solidFill>
              </a:rPr>
              <a:t>Required Sections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25856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Exposure, timing, and risk in professional terms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87121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Inputs (Named Variables)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0998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Every variable: name, value, unit, data source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4655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48386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Assumptions &amp; Constraints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1246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Rate basis, transaction costs, parity convention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78224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096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Calculation 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325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Step-by-step logic for each hedge type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2402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240280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0328" y="225856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Outputs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0328" y="24871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Tables, charts, and summary sections expected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8529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2852928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0328" y="287121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Model 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30998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What worked, what to improve in the next version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3465576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0328" y="348386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Limitations &amp; Next Steps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371246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What's excluded; how this feeds Stage 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Rubric (4 pts): Clarity &amp; Professionalism  ·  Analytical Logic  ·  Completeness  ·  Reproducibility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 — Final Analysis + AI Prompt  ·  10 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Deliver a polished executive memo recommending a hedge strategy, plus a structured AI prompt that could regenerate your spreadsheet.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</a:rPr>
              <a:t>Memo Sections (A–E)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Exposure 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Currency, amount, timing, business risk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Hedge Outcomes 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Forward, MM, Put, Call, No-Hedge — insight not math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Sensitivity Interpretation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EUR depreciation vs appreciation scenarios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Strategic Recommendation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694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One strategy (or combination) with data support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Executive Justification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187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Cash flow, certainty, optionality, cost, accounting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783080"/>
            <a:ext cx="3977640" cy="288036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75C"/>
                </a:solidFill>
              </a:rPr>
              <a:t>Section F — AI Prompt (Required)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2860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All scenario variables explicitly stated (no inferring)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26883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Named ranges matching your Stage 3 spec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090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Color coding: Yellow/Blue/Green/Gray convention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4930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Hierarchical headers: # GOAL · # INPUTS · # LOGIC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389534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Forward, MM hedge (3-step), Options, Sensitivity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4297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Verification checks: parity, named ranges, formulas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4160520" cy="384048"/>
          </a:xfrm>
          <a:prstGeom prst="rect">
            <a:avLst/>
          </a:prstGeom>
          <a:solidFill>
            <a:srgbClr val="FAF9F7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6451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530"/>
                </a:solidFill>
              </a:rPr>
              <a:t>⭐  +2 EC  Discuss AI Automation, Multi-File Reasoning, GitHub audit trails, or Hedge Accounting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645152"/>
            <a:ext cx="3977640" cy="384048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46451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Rubric: Interpretation 2 · Recommendation 2 · Sensitivity 1 · AI Prompt 2 · Communication 1 · Output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Analyst-to-Automation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00200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960120" cy="960120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36392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21992" y="1828800"/>
            <a:ext cx="960120" cy="960120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21992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0552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8304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3904" y="1828800"/>
            <a:ext cx="960120" cy="960120"/>
          </a:xfrm>
          <a:prstGeom prst="ellipse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03904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12464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45936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0216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85816" y="1828800"/>
            <a:ext cx="960120" cy="960120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85816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94376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67728" y="1828800"/>
            <a:ext cx="960120" cy="960120"/>
          </a:xfrm>
          <a:prstGeom prst="ellipse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67728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76288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Deliverable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2697480" cy="1508760"/>
          </a:xfrm>
          <a:prstGeom prst="rect">
            <a:avLst/>
          </a:prstGeom>
          <a:solidFill>
            <a:srgbClr val="1E2530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337560"/>
            <a:ext cx="2697480" cy="5486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9768" y="3429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</a:rPr>
              <a:t>Build First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" y="38039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Building the model before writing the spec gives you real knowledge of which inputs matter most.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337560"/>
            <a:ext cx="2697480" cy="1508760"/>
          </a:xfrm>
          <a:prstGeom prst="rect">
            <a:avLst/>
          </a:prstGeom>
          <a:solidFill>
            <a:srgbClr val="1E2530"/>
          </a:solidFill>
          <a:ln w="12700">
            <a:solidFill>
              <a:srgbClr val="6B8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3337560"/>
            <a:ext cx="2697480" cy="54864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0128" y="3429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8FA3"/>
                </a:solidFill>
              </a:rPr>
              <a:t>Spec After Build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10128" y="38039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Post-build specs are more precise, realistic, and useful as AI prompt inputs than pre-build specs.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3337560"/>
            <a:ext cx="2697480" cy="1508760"/>
          </a:xfrm>
          <a:prstGeom prst="rect">
            <a:avLst/>
          </a:prstGeom>
          <a:solidFill>
            <a:srgbClr val="1E2530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0760" y="3337560"/>
            <a:ext cx="2697480" cy="5486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0488" y="3429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</a:rPr>
              <a:t>Prompt = Machine Instructions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0488" y="38039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Your spec's named ranges, calculation flow, and output requirements translate directly into an AI-executable prompt.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Assigned Scenario — EUR Receivable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6454F"/>
                </a:solidFill>
              </a:rPr>
              <a:t>Each student is assigned one of four firm scenarios. All involve a USD-based firm expecting a large EUR receivable in 1 year.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1965960" cy="45720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Solar Equipment Importer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B7A"/>
                </a:solidFill>
              </a:rPr>
              <a:t>$4.5M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1.0875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9631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96312" y="1664208"/>
            <a:ext cx="1965960" cy="45720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9631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8775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Pharma Exporter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8775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775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75C"/>
                </a:solidFill>
              </a:rPr>
              <a:t>$8.0M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8775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775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1.0890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45152" y="1664208"/>
            <a:ext cx="1965960" cy="45720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4515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Tech Services Firm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8FA3"/>
                </a:solidFill>
              </a:rPr>
              <a:t>$12.5M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3659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1.0910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9399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93992" y="1664208"/>
            <a:ext cx="1965960" cy="45720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9399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8543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Aerospace Manufacturer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543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8543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75C"/>
                </a:solidFill>
              </a:rPr>
              <a:t>$20.0M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8543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8543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1.0935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47472" y="4370832"/>
            <a:ext cx="8449056" cy="64008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3708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📌  Market data to look up:  </a:t>
            </a:r>
            <a:r>
              <a:rPr lang="en-US" sz="1100" dirty="0">
                <a:solidFill>
                  <a:srgbClr val="8A9BAD"/>
                </a:solidFill>
              </a:rPr>
              <a:t>Current EURUSD spot · USD 1-year interest rate · EUR 1-year interest rate  |  Record date and source in your Stage 2 model.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— Version Control Is a Professional Skill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</a:rPr>
              <a:t>Where to Save Deliverables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280160" cy="329184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 Memo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shidler/docs/decisions/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1280160" cy="32918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 Excel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3500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shidler/docs/templates/excel/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1280160" cy="329184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998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 Spec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09981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or project root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1280160" cy="32918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496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 Final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84962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or project root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73168" y="1097280"/>
            <a:ext cx="4023360" cy="384048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11430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</a:rPr>
              <a:t>Git Workflow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600200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1600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.md file from template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112264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0368" y="211226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in recommended directory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624328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26243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136392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0368" y="31363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'Stage X deliverable'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648456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648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36484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41605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file is visible on GitHub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6634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A"/>
                </a:solidFill>
              </a:rPr>
              <a:t>Version control is not just submission — it is a core professional skill practiced throughout this project.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Use Policy + Prompt Engineering Best Practices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AI Is Encouraged — With Accountability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Clarify theory or extend readings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Gather data, statistics, examples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Test arguments with counterarguments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Simulate scenarios, brainstorm responses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236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Practice clear communication in prompts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Log ALL AI use in your Prompt Log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041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Verify outputs against trusted sources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43984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4439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AI supplements — not replaces — your analysis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1097280"/>
            <a:ext cx="4041648" cy="384048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11430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</a:rPr>
              <a:t>5 Rules for Great AI Prompts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162763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1627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Be specific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19019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State every variable value. AI does not infer missing data.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226771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Use named ranges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2542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Never let AI invent its own naming convention.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290779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29077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Add structure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182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Use # GOAL · # INPUTS · # LOGIC · # VERIFY as headers.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54787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Specify formatting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38221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Color codes, sections, layout — be explicit.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418795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57800" y="4187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Link context files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57800" y="44622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GitHub links to your spec are the most efficient approach.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Relevance — Where This Gets Used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6454F"/>
                </a:solidFill>
              </a:rPr>
              <a:t>The skills built in this project appear directly in job descriptions for these roles: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06040" cy="347472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Corporate Treasury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A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FX exposure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A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Hedge design &amp; performance 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A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AI-augmented scenario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1600200"/>
            <a:ext cx="2606040" cy="347472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Investment Banking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9842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Cross-border deal modeling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23042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FX-sensitive valuation adjustments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4408" y="26243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Structured product design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25896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25896" y="1600200"/>
            <a:ext cx="2606040" cy="347472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25896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FP&amp;A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17336" y="19842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Cash flow forecasting under FX uncertainty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17336" y="23042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Scenario building &amp; budget risk assessment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17336" y="26243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Board-level sensitivity reporting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72768" y="32004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72768" y="3200400"/>
            <a:ext cx="2606040" cy="347472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72768" y="3200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&amp; AI 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64208" y="35844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Spec-to-model-to-prompt pipelines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64208" y="39044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GitHub version 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64208" y="42245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AI-assisted financial modeling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25696" y="32004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25696" y="3200400"/>
            <a:ext cx="2606040" cy="347472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25696" y="3200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Accounting &amp; Audit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17136" y="35844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OCI vs P&amp;L hedge accounting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17136" y="39044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Hedge effectiveness documentation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17136" y="42245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>· </a:t>
            </a:r>
            <a:r>
              <a:rPr lang="en-US" sz="1000" dirty="0">
                <a:solidFill>
                  <a:srgbClr val="36454F"/>
                </a:solidFill>
              </a:rPr>
              <a:t>Version-controlled audit trails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82296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</a:rPr>
              <a:t>This is a portfolio-ready artifact for internships, jobs, and graduate programs.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548640"/>
            <a:ext cx="2286000" cy="2286000"/>
          </a:xfrm>
          <a:prstGeom prst="ellipse">
            <a:avLst/>
          </a:prstGeom>
          <a:solidFill>
            <a:srgbClr val="1E2530">
              <a:alpha val="6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21040" y="-91440"/>
            <a:ext cx="1371600" cy="1371600"/>
          </a:xfrm>
          <a:prstGeom prst="ellipse">
            <a:avLst/>
          </a:prstGeom>
          <a:solidFill>
            <a:srgbClr val="B8975C">
              <a:alpha val="35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A9BAD"/>
                </a:solidFill>
              </a:rPr>
              <a:t>The goal isn't perfection — it's exploration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542032"/>
            <a:ext cx="6400800" cy="548640"/>
          </a:xfrm>
          <a:prstGeom prst="rect">
            <a:avLst/>
          </a:prstGeom>
          <a:solidFill>
            <a:srgbClr val="1E2530">
              <a:alpha val="7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25420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D"/>
                </a:solidFill>
              </a:rPr>
              <a:t>🧪  Experiment with prompts, iterate on your spec, ask AI for help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solidFill>
            <a:srgbClr val="1E2530">
              <a:alpha val="7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32004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D"/>
                </a:solidFill>
              </a:rPr>
              <a:t>📂  Commit every deliverable to GitHub — version control matters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858768"/>
            <a:ext cx="6400800" cy="548640"/>
          </a:xfrm>
          <a:prstGeom prst="rect">
            <a:avLst/>
          </a:prstGeom>
          <a:solidFill>
            <a:srgbClr val="1E2530">
              <a:alpha val="7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385876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D"/>
                </a:solidFill>
              </a:rPr>
              <a:t>🤝  We're all learning in real-time. Your uncertainty is shared by everyone.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FIN-321  ·  Shidler College of Business  ·  University of Hawaiʻi at Mānoa  ·  adamstau@hawaii.edu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&amp; AI Tools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Guide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you need to create a GitHub account, install Git,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your work, and use AI tools for this project.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GitHub &amp; Why Does It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is a cloud platform for version control. Think of it as Google Docs for code and documents — every change is tracked, reversible, and visible to your instructor.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History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save (commit) is permanent. You can always go back to a previous version if something breaks.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GitHub profile becomes a professional portfolio. Employers and grad schools check GitHub.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Submission &amp; Grading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stage deliverables are submitted by committing to GitHub. Your commit history IS your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GitHub Account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to github.com and click Sign 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your @hawaii.edu email (gets free GitHub Pro)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 professional username (e.g., firstname-lastname)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your email address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your GitHub username with the instructor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280160"/>
            <a:ext cx="31089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6304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264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15000" y="192024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Username matters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Employers see it. Avoid gamer tags or joke names.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Student Developer Pack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education.github.com — free Pro features, Copilot access, and more with your .edu email.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Profile photo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Optional but professional. Headshot or avatar helps your instructor identify you.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Git on Your Computer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is the software that tracks changes. GitHub is the website that hosts your repository. You need both.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git-scm.com/download/win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installer — accept all defaults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Git Bash (installed automatically)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  to confirm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Terminal (Applications → Utilities)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not installed, macOS will prompt you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Install to add Xcode Command Line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Setup (run these two commands once):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6304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"your@hawaii.edu"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Clone the Repository &amp; Open 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Cloning downloads a full copy of the project to your computer. You only do this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the clone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the repository page, click the green Code button → copy the HTTPS 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your terminal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Bash (Windows) or Terminal (Mac). Navigate to where you want the folder.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clone command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273552"/>
            <a:ext cx="6858000" cy="27432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https://github.com/instructor/repo-name.git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in your editor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new folder in VS Code, or your preferred text editor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solidFill>
            <a:srgbClr val="EBF5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cloning, run  cd repo-name  to enter the project folder before doing anything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4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Git Workflow: Add, Commit, Push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three commands are all you need. Run them every time you finish work on a deliverable.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Tells Git which files to include in the next save. The dot means all changed files.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 memo"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permanent snapshot with a descriptive message. This is your save point.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Uploads your commits to GitHub so they are visible online and to your instructor.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315968"/>
            <a:ext cx="7680960" cy="457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Prefer a Visual Interface? Use GitHub Desktop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is a free app that does the same thing as the command line but with buttons instead of typing. Either approach is fine for this course.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&amp; Connect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desktop.github.com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in with your GitHub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06324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→ Clone Repository → paste URL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where to save on your computer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463040"/>
            <a:ext cx="34747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Workflow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205740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Changes tab  </a:t>
            </a:r>
            <a:r>
              <a:rPr lang="en-US" sz="1100" dirty="0">
                <a:solidFill>
                  <a:srgbClr val="5A6B7A"/>
                </a:solidFill>
              </a:rPr>
              <a:t>— shows modified files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56032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Summary box  </a:t>
            </a:r>
            <a:r>
              <a:rPr lang="en-US" sz="1100" dirty="0">
                <a:solidFill>
                  <a:srgbClr val="5A6B7A"/>
                </a:solidFill>
              </a:rPr>
              <a:t>— type your commit message (e.g., "Stage 2 Excel model")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06324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Commit button  </a:t>
            </a:r>
            <a:r>
              <a:rPr lang="en-US" sz="1100" dirty="0">
                <a:solidFill>
                  <a:srgbClr val="5A6B7A"/>
                </a:solidFill>
              </a:rPr>
              <a:t>— saves the snapshot locally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56616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Push Origin  </a:t>
            </a:r>
            <a:r>
              <a:rPr lang="en-US" sz="1100" dirty="0">
                <a:solidFill>
                  <a:srgbClr val="5A6B7A"/>
                </a:solidFill>
              </a:rPr>
              <a:t>— uploads to GitHub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to Save Each Deliverable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your files in the right directory, then commit and push. The file naming convention is shown below.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Deliverable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File Name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Directory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Executive Memo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lastname-stage1-memo.md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docs/decisions/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Excel Model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lastname-stage2-model.xlsx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docs/templates/excel/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Technical Spec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lastname-stage3-spec.md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Final Analysis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lastname-stage4-final.md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9BA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 Log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prompt-log.md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deliverables/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96012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submitting Stage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docs/decisions/stauffer-stage1-memo.md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1: executive memo for AAPL ratio analysis"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 Git Mistakes &amp; How to Fix Them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"Everything up-to-date" but nothing pushed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forgot  git add  before committing.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add .  then  git commit  then  git push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"fatal: not a git repository"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terminal is not inside the project folder.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719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cd repo-name  to navigate into the cloned folder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86584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Accidentally edited the wrong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worries — Git tracks everything.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4323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checkout -- filename  reverts to last commit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"rejected — failed to push"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 (or you on another device) pushed first.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pull  then  git push  to sync and re-upload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13048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Forgot to write a commit message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105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text editor opened and you're stuck.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Type your message, then press Esc, type  :wq  and press Enter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AI Tools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GitHub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use ChatGPT and Claude as analytical partners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your ratio analysis project.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0175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ChatGPT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  |  Free tier is sufficient. GPT-4o is recommended if you have Plus.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ChatGPT Does Well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Explaining ratio formulas and what they mean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Drafting memo language and executive summaries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Excel formulas from plain English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Reviewing your spec for clarity and completeness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structured AI prompts (Stage 4)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Brainstorming strategic recommendations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1280160"/>
            <a:ext cx="34747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173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can invent financial data that looks real but isn't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206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formulas may be subtly wrong — always verify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206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doesn't know YOUR company's specific numbers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1206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 conventions must be given to it explicitly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206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paste sensitive personal data into prompts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  |  Free tier available. Pro gives extended thinking and longer conversations.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Strengths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Longer context window — paste entire specs or data 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at structured document generation (memos, specs)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Careful reasoning for multi-step ratio calculations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read uploaded files (PDF, Excel, images)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with 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Paste your GitHub file links as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 Claude to generate Markdown for your memos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432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your .xlsx and ask for ratio verification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Claude to draft your Stage 4 AI prompt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10058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Prompt for Stage 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393192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"I'm writing a 300-400 word executive memo for my CFO about Apple Inc. (AAPL). The memo should cover: why ratio analysis matters, the six ratio categories (Performance, Profitability, Efficiency, Leverage, Liquidity, Du Pont), and a preview of my analytical plan. Use professional finance language."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Patterns That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these templates as starting points. Adapt them to your company and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 It a Role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"Help me with ratios"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"You are an FP&amp;A analyst at Apple. Calculate the current ratio from these balance sheet figures..."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the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"What is AAPL's ROE?"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"Net Income: $93.7B. Shareholder Equity: $56.9B. Calculate ROE and explain what it means for Apple."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2907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the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"Analyze these ratios"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"Present results in a Markdown table with columns: Ratio Name, Formula, Value, Interpretation. Use 2 decimal places."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Verification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"Is this right?"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3749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"Cross-check: ROE should equal Profit Margin × Asset Turnover × Equity Multiplier via Du Pont. Show the math."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Putting It All Together: AI + GitHub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to draft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 or spec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2024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19456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188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28600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Revise in your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editor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93192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188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336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02336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the .md or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.xlsx file locally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39496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66928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88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 + commit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clear message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13232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40664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1887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49808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push to upload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GitHub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31520" y="3200400"/>
            <a:ext cx="76809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31520" y="3200400"/>
            <a:ext cx="54864" cy="123444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2918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716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Don’t Forget Your Prompt Log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960120" y="3657600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Every meaningful AI interaction should be logged in </a:t>
            </a:r>
            <a:r>
              <a:rPr lang="en-US" sz="1100" b="1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deliverables/prompt-log.md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For each entry, record: 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530"/>
                </a:solidFill>
              </a:rPr>
              <a:t>the prompt you used</a:t>
            </a:r>
            <a:r>
              <a:rPr lang="en-US" sz="1100" dirty="0">
                <a:solidFill>
                  <a:srgbClr val="5A6B7A"/>
                </a:solidFill>
              </a:rPr>
              <a:t>, </a:t>
            </a:r>
            <a:r>
              <a:rPr lang="en-US" sz="1100" b="1" dirty="0">
                <a:solidFill>
                  <a:srgbClr val="1E2530"/>
                </a:solidFill>
              </a:rPr>
              <a:t>the key output</a:t>
            </a:r>
            <a:r>
              <a:rPr lang="en-US" sz="1100" dirty="0">
                <a:solidFill>
                  <a:srgbClr val="5A6B7A"/>
                </a:solidFill>
              </a:rPr>
              <a:t>, and </a:t>
            </a:r>
            <a:r>
              <a:rPr lang="en-US" sz="1100" b="1" dirty="0">
                <a:solidFill>
                  <a:srgbClr val="1E2530"/>
                </a:solidFill>
              </a:rPr>
              <a:t>whether you used/modified/rejected it</a:t>
            </a:r>
            <a:r>
              <a:rPr lang="en-US" sz="1100" dirty="0">
                <a:solidFill>
                  <a:srgbClr val="5A6B7A"/>
                </a:solidFill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Reference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Commands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repository for the first 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what files have changed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all changes for commit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596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a snapshot with a message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commits to 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latest changes from GitHub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commit history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868680"/>
            <a:ext cx="18288" cy="347472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Useful Links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account &amp; view repositories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desktop.github.com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(visual Git client)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157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 (OpenAI)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(Anthropic)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education.github.com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36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Developer Pack (free Pro)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code.visualstudio.com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(free text editor)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git-scm.com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Git download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Shidler College of Business  |  University of Hawaiʻi at Mānoa  |  adamstau@hawaii.edu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3524</Words>
  <Application>Microsoft Office PowerPoint</Application>
  <PresentationFormat>On-screen Show (16:9)</PresentationFormat>
  <Paragraphs>557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FIN-321: AI FX Hedging Project</dc:title>
  <dc:subject>PptxGenJS Presentation</dc:subject>
  <dc:creator>Adam W. Stauffer</dc:creator>
  <cp:lastModifiedBy>Adam Stauffer</cp:lastModifiedBy>
  <cp:revision>2</cp:revision>
  <dcterms:created xsi:type="dcterms:W3CDTF">2026-03-25T18:10:27Z</dcterms:created>
  <dcterms:modified xsi:type="dcterms:W3CDTF">2026-04-01T17:50:15Z</dcterms:modified>
</cp:coreProperties>
</file>