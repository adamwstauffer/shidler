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00F0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DA78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 313  ·  EXTRA CREDIT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Portfolio Starter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 up a public repo, add a bio and a resume. About an hour, all in your browser.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024731"/>
          </a:solidFill>
          <a:ln w="12700">
            <a:solidFill>
              <a:srgbClr val="4DA78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279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553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repo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83280" y="416052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024731"/>
          </a:solidFill>
          <a:ln w="12700">
            <a:solidFill>
              <a:srgbClr val="4DA78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66160" y="4279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4553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README bio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416052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024731"/>
          </a:solidFill>
          <a:ln w="12700">
            <a:solidFill>
              <a:srgbClr val="4DA78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09360" y="4279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pt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553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RESUME.md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8338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Due Tuesday, July 7, 2026 · 11:59 PM HST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199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Adam W. Stauffer  |  Shidler College of Business  |  University of Hawaiʻi at Mānoa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786384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2688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78638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GitHub — and why do this?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" y="1481328"/>
            <a:ext cx="106189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is a free cloud platform for storing and sharing work — think Google Docs or Dropbox, but the standard place employers and grad programs look you up. A clean public repo is a real, reusable career artifact.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393338" cy="3017520"/>
          </a:xfrm>
          <a:prstGeom prst="rect">
            <a:avLst/>
          </a:prstGeom>
          <a:solidFill>
            <a:srgbClr val="E6F2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2423160"/>
            <a:ext cx="3393338" cy="128016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05840" y="2880360"/>
            <a:ext cx="640080" cy="64008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Discoverable link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4206240"/>
            <a:ext cx="2661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public URL you can hand to a hiring manager, collaborator, or admissions reviewer — no account needed to view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99178" y="2423160"/>
            <a:ext cx="3393338" cy="3017520"/>
          </a:xfrm>
          <a:prstGeom prst="rect">
            <a:avLst/>
          </a:prstGeom>
          <a:solidFill>
            <a:srgbClr val="E6F2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99178" y="2423160"/>
            <a:ext cx="3393338" cy="128016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64938" y="2880360"/>
            <a:ext cx="640080" cy="64008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64938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64938" y="374904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Portfolio artifact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64938" y="4206240"/>
            <a:ext cx="2661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bio and resume live in a professional space you own and control — not buried in a folder on your laptop.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58277" y="2423160"/>
            <a:ext cx="3393338" cy="3017520"/>
          </a:xfrm>
          <a:prstGeom prst="rect">
            <a:avLst/>
          </a:prstGeom>
          <a:solidFill>
            <a:srgbClr val="E6F2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58277" y="2423160"/>
            <a:ext cx="3393338" cy="128016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524037" y="2880360"/>
            <a:ext cx="640080" cy="64008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524037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24037" y="374904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Always current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24037" y="4206240"/>
            <a:ext cx="26618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Written in plain Markdown and version-controlled, so it's easy to update and reuse in future courses and job searches.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2688" y="56692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optional extra credit — up to 3 points added to your course total. No penalty for skipping it.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 Credit  ·  GitHub Portfolio Starter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79615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 313  |  Shidler College of Business  |  UH Mānoa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786384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2688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78638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small pieces — 3 points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" y="1463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earn each point independently. Do one, two, or all three.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393338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B3D9C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2103120"/>
            <a:ext cx="146304" cy="27432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242316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POINT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761488"/>
            <a:ext cx="2753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repo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51560" y="3429000"/>
            <a:ext cx="26160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 GitHub repository set to Public — the link opens for anyone, no login.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99178" y="2103120"/>
            <a:ext cx="3393338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B3D9C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99178" y="2103120"/>
            <a:ext cx="146304" cy="27432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10658" y="242316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POINT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0658" y="2761488"/>
            <a:ext cx="2753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README bio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810658" y="3429000"/>
            <a:ext cx="26160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150–200 word professional bio, in Markdown, committed to the repo.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8277" y="2103120"/>
            <a:ext cx="3393338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B3D9C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58277" y="2103120"/>
            <a:ext cx="146304" cy="274320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69757" y="242316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POINT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69757" y="2761488"/>
            <a:ext cx="2753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RESUME.md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569757" y="3429000"/>
            <a:ext cx="26160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one-page resume in Markdown, committed to the repo.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074920"/>
            <a:ext cx="10911535" cy="868680"/>
          </a:xfrm>
          <a:prstGeom prst="rect">
            <a:avLst/>
          </a:prstGeom>
          <a:solidFill>
            <a:srgbClr val="E6F2E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4400" y="507492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do NOT need  </a:t>
            </a:r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folders, a README in every folder, or a polished commit history for this assignment. Just the repo, the bio, and the resume.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 Credit  ·  GitHub Portfolio Starter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79615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 313  |  Shidler College of Business  |  UH Mānoa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786384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2688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1 OF 3  ·  ~10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78638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the public repository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32688" y="1600200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3268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91056" y="1545336"/>
            <a:ext cx="5742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 to github.com and Sign up — use your @hawaii.edu email (unlocks free GitHub Education perks).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32688" y="2313432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32688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91056" y="2258568"/>
            <a:ext cx="5742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a professional username (e.g. firstname-lastname). Reviewers see it — treat it like a business card.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32688" y="3026664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32688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91056" y="2971800"/>
            <a:ext cx="5742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Click the + in the top-right → New repository.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32688" y="3739896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32688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91056" y="3685032"/>
            <a:ext cx="5742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 it firstname-lastname (hyphens are conventional).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2688" y="4453128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2688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91056" y="4398264"/>
            <a:ext cx="5742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Visibility to Public — this is required so anyone can find it.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32688" y="5166360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2688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91056" y="5111496"/>
            <a:ext cx="5742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"Add a README file," then click Create repository.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955280" y="1600200"/>
            <a:ext cx="3596335" cy="4160520"/>
          </a:xfrm>
          <a:prstGeom prst="rect">
            <a:avLst/>
          </a:prstGeom>
          <a:solidFill>
            <a:srgbClr val="02473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75320" y="187452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 TIPS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75320" y="237744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is the point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5320" y="2697480"/>
            <a:ext cx="2956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private repo earns 0 — reviewers must see it without logging in.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75320" y="342900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.edu perks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75320" y="3749040"/>
            <a:ext cx="2956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 up at education.github.com for free GitHub Pro and Copilot.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75320" y="448056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Username matters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75320" y="4800600"/>
            <a:ext cx="2956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Avoid gamer tags or joke names — this is a professional profile.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1  ·  Create the public repo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79615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 313  |  Shidler College of Business  |  UH Mānoa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786384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2688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2 OF 3  ·  ~20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78638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your bio  ·  README.md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" y="1481328"/>
            <a:ext cx="10618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150–200 word professional summary — who you are, what you're building toward, what you bring. Write it for managers and grad-program reviewers.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272888" cy="2788920"/>
          </a:xfrm>
          <a:prstGeom prst="rect">
            <a:avLst/>
          </a:prstGeom>
          <a:solidFill>
            <a:srgbClr val="E6F2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2286000"/>
            <a:ext cx="146304" cy="278892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260604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Fastest path — draft with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Claude (claude.ai) or ChatGPT (chatgpt.com) and paste a prompt like: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3566160"/>
            <a:ext cx="454136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3D9C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188720" y="3657600"/>
            <a:ext cx="4175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"Write a 150–200 word professional bio in Markdown for my GitHub profile. Background: [paste your LinkedIn or a few sentences]. Make it specific, active voice, not generic."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4663440"/>
            <a:ext cx="454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it 2–3 times, then edit the best draft in your own words.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2286000"/>
            <a:ext cx="5272888" cy="2788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3D9C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78728" y="2286000"/>
            <a:ext cx="146304" cy="2788920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90208" y="2606040"/>
            <a:ext cx="454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it — right in your browser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90208" y="3154680"/>
            <a:ext cx="384048" cy="384048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90208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11416" y="3108960"/>
            <a:ext cx="399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your repo, open README.md and click the pencil icon to edit 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90208" y="3776472"/>
            <a:ext cx="384048" cy="384048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90208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11416" y="3730752"/>
            <a:ext cx="399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 its contents with your bio.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90208" y="4398264"/>
            <a:ext cx="384048" cy="384048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90208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11416" y="4352544"/>
            <a:ext cx="3992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Paste your bio, scroll down, click Commit changes.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2  ·  Add your bio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79615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 313  |  Shidler College of Business  |  UH Mānoa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786384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2688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3 OF 3  ·  ~20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78638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your resume  ·  RESUME.md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" y="1481328"/>
            <a:ext cx="10618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idea, for a one-page resume in Markdown: a contact line, a short summary, then Education, Experience, and Skills with quantified, concise bullets.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32688" y="2331720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3268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91056" y="2276856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 it with AI the same way — paste your existing resume or work history and ask for a clean one-page Markdown version.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32688" y="2990088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91056" y="2935224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your repo: Add file → Create new file.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32688" y="3648456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32688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91056" y="3593592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 the file RESUME.md and paste your resume.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32688" y="4306824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32688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91056" y="4251960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Click Commit changes.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21040" y="2331720"/>
            <a:ext cx="3230575" cy="2743200"/>
          </a:xfrm>
          <a:prstGeom prst="rect">
            <a:avLst/>
          </a:prstGeom>
          <a:solidFill>
            <a:srgbClr val="024731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41080" y="2606040"/>
            <a:ext cx="2590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AI? DISCLOSE 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41080" y="2971800"/>
            <a:ext cx="2590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you used AI on the bio or resume, add one line at the bottom of that file: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41080" y="3657600"/>
            <a:ext cx="2590495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778240" y="3749040"/>
            <a:ext cx="2316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Drafted with help from Claude (Anthropic, 2026); reviewed and edited by me.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41080" y="4526280"/>
            <a:ext cx="2590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AI used? No disclosure needed.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3  ·  Add RESUME.md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79615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 313  |  Shidler College of Business  |  UH Mānoa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786384"/>
          </a:xfrm>
          <a:prstGeom prst="rect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2688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FINISH 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2688" y="786384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Submit &amp; grading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32688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to submit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" y="2057400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3268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91056" y="2002536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Copy your repo URL, e.g. github.com/you/firstname-lastname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32688" y="2834640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268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91056" y="2779776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Paste it into the Lamaku assignment (or email it — subject starts with BUS 313).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32688" y="3611880"/>
            <a:ext cx="457200" cy="457200"/>
          </a:xfrm>
          <a:prstGeom prst="ellipse">
            <a:avLst/>
          </a:prstGeom>
          <a:solidFill>
            <a:srgbClr val="02473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3268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91056" y="3557016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the URL in a private/incognito window to confirm it loads without login.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32688" y="4572000"/>
            <a:ext cx="5394960" cy="777240"/>
          </a:xfrm>
          <a:prstGeom prst="rect">
            <a:avLst/>
          </a:prstGeom>
          <a:solidFill>
            <a:srgbClr val="E6F2E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43000" y="45720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Due  </a:t>
            </a:r>
            <a:pPr indent="0" marL="0">
              <a:buNone/>
            </a:pPr>
            <a:r>
              <a:rPr lang="en-US" sz="15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Tuesday, July 7, 2026 · 11:59 PM HST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Grading — 3 points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057400"/>
          <a:ext cx="53949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Criterion</a:t>
                      </a:r>
                      <a:endParaRPr lang="en-US" sz="12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Pts</a:t>
                      </a:r>
                      <a:endParaRPr lang="en-US" sz="12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7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Repository is public and the URL works</a:t>
                      </a:r>
                      <a:endParaRPr lang="en-US" sz="12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2473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Bio in README.md, present and complete (150–200 words)</a:t>
                      </a:r>
                      <a:endParaRPr lang="en-US" sz="12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2473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RESUME.md present and complete (one page)</a:t>
                      </a:r>
                      <a:endParaRPr lang="en-US" sz="12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2473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2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2473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 possible</a:t>
                      </a:r>
                      <a:endParaRPr lang="en-US" sz="12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24731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2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3D9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675120" y="5257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Partial credit is awarded per piece. A private repo earns 0.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6355080"/>
            <a:ext cx="10911535" cy="0"/>
          </a:xfrm>
          <a:prstGeom prst="line">
            <a:avLst/>
          </a:prstGeom>
          <a:noFill/>
          <a:ln w="12700">
            <a:solidFill>
              <a:srgbClr val="B3D9CF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Submit &amp; grading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79615" y="6400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 313  |  Shidler College of Business  |  UH Mānoa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DA78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steps, about an hour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393338" cy="2011680"/>
          </a:xfrm>
          <a:prstGeom prst="rect">
            <a:avLst/>
          </a:prstGeom>
          <a:solidFill>
            <a:srgbClr val="024731"/>
          </a:solidFill>
          <a:ln w="12700">
            <a:solidFill>
              <a:srgbClr val="4DA78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05840" y="28346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 public repo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950208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github.com → New repository → Public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99178" y="2468880"/>
            <a:ext cx="3393338" cy="2011680"/>
          </a:xfrm>
          <a:prstGeom prst="rect">
            <a:avLst/>
          </a:prstGeom>
          <a:solidFill>
            <a:srgbClr val="024731"/>
          </a:solidFill>
          <a:ln w="12700">
            <a:solidFill>
              <a:srgbClr val="4DA78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64938" y="28346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64938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64938" y="356616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your bio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64938" y="3950208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150–200 words, drafted with AI, edited by you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58277" y="2468880"/>
            <a:ext cx="3393338" cy="2011680"/>
          </a:xfrm>
          <a:prstGeom prst="rect">
            <a:avLst/>
          </a:prstGeom>
          <a:solidFill>
            <a:srgbClr val="024731"/>
          </a:solidFill>
          <a:ln w="12700">
            <a:solidFill>
              <a:srgbClr val="4DA78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524037" y="28346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524037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47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24037" y="356616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RESUME.md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24037" y="3950208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page, Markdown, quantified bullets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10911535" cy="868680"/>
          </a:xfrm>
          <a:prstGeom prst="rect">
            <a:avLst/>
          </a:prstGeom>
          <a:solidFill>
            <a:srgbClr val="000F0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489204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DA78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 it public.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 in an incognito window, then submit your repo URL by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Tuesday, July 7 · 11:59 PM HST.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3D9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 · up to 3 points · Adam W. Stauffer  |  BUS 313  |  Shidler College of Business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 313 Extra Credit — GitHub Portfolio Starter</dc:title>
  <dc:subject>PptxGenJS Presentation</dc:subject>
  <dc:creator>Adam W. Stauffer</dc:creator>
  <cp:lastModifiedBy>Adam W. Stauffer</cp:lastModifiedBy>
  <cp:revision>1</cp:revision>
  <dcterms:created xsi:type="dcterms:W3CDTF">2026-07-05T13:50:50Z</dcterms:created>
  <dcterms:modified xsi:type="dcterms:W3CDTF">2026-07-05T13:50:50Z</dcterms:modified>
</cp:coreProperties>
</file>