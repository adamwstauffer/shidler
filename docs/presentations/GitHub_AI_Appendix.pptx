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71" r:id="rId22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76" y="4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14" Type="http://schemas.openxmlformats.org/officeDocument/2006/relationships/slide" Target="slides/slide13.xml"/><Relationship Id="rId22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248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APPENDIX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&amp; AI Tools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Setup Guide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Everything you need to create a GitHub account, install Git,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 your work, and use AI tools for this project.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20040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GitHub &amp; Why Does It Matter?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is a cloud platform for version control. Think of it as Google Docs for code and documents — every change is tracked, reversible, and visible to your instructor.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9202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Version History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save (commit) is permanent. You can always go back to a previous version if something breaks.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8328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92024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Artifact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52044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GitHub profile becomes a professional portfolio. Employers and grad schools check GitHub.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9202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7220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Submission &amp; Grading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17220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 stage deliverables are submitted by committing to GitHub. Your commit history IS your audit trail.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a GitHub Account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28016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to github.com and click Sign Up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182880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828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your @hawaii.edu email (gets free GitHub Pro)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237744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Choose a professional username (e.g., firstname-lastname)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292608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Verify your email address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47472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474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Share your GitHub username with the instructor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0" y="1280160"/>
            <a:ext cx="31089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320040" cy="3200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12648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 Tips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715000" y="192024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Username matters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Employers see it. Avoid gamer tags or joke names.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Student Developer Pack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education.github.com — free Pro features, Copilot access, and more with your .edu email.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Profile photo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Optional but professional. Headshot or avatar helps your instructor identify you.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2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Install Git on Your Computer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is the software that tracks changes. GitHub is the website that hosts your repository. You need both.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384048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from git-scm.com/download/win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installer — accept all defaults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Git Bash (installed automatically)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Type:  git --version  to confirm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384048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2064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2064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Terminal (Applications → Utilities)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Type:  git --version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2064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not installed, macOS will prompt you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Click Install to add Xcode Command Line Tools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7680960" cy="82296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0480"/>
            <a:ext cx="365760" cy="36576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6304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First-Time Setup (run these two commands once):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463040" y="4023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user.name "Your Name"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user.email "your@hawaii.edu"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3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Clone the Repository &amp; Open It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Cloning downloads a full copy of the project to your computer. You only do this once.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459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627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Get the clone URL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1874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the repository page, click the green Code button → copy the HTTPS URL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3317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331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313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your terminal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Bash (Windows) or Terminal (Mac). Navigate to where you want the folder.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0175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the clone command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3273552"/>
            <a:ext cx="6858000" cy="274320"/>
          </a:xfrm>
          <a:prstGeom prst="rect">
            <a:avLst/>
          </a:prstGeom>
          <a:solidFill>
            <a:srgbClr val="36454F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https://github.com/instructor/repo-name.git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3703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3685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in your editor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34440" y="3931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the new folder in VS Code, or your preferred text editor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4160520"/>
            <a:ext cx="7680960" cy="411480"/>
          </a:xfrm>
          <a:prstGeom prst="rect">
            <a:avLst/>
          </a:prstGeom>
          <a:solidFill>
            <a:srgbClr val="EBF5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06240"/>
            <a:ext cx="274320" cy="27432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325880" y="41605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After cloning, run  cd repo-name  to enter the project folder before doing anything else.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AI Tools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GitHub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to use ChatGPT and Claude as analytical partners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your ratio analysis project.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01752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ChatGPT for This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chatgpt.com  |  Free tier is sufficient. GPT-4o is recommended if you have Plus.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28016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173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5E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ChatGPT Does Well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1828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Explaining ratio formulas and what they mean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1440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Drafting memo language and executive summaries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560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Generating Excel formulas from plain English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14400" y="2926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Reviewing your spec for clarity and completeness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3291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Building structured AI prompts (Stage 4)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14400" y="3657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Brainstorming strategic recommendations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37760" y="1280160"/>
            <a:ext cx="34747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41732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4864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Watch Out For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120640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can invent financial data that looks real but isn't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12064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Ratio formulas may be subtly wrong — always verify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120640" y="2743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doesn't know YOUR company's specific numbers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5120640" y="3200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Named range conventions must be given to it explicitly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120640" y="3657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paste sensitive personal data into prompts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Claude for This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claude.ai  |  Free tier available. Pro gives extended thinking and longer conversations.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28016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Claude Strengths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Longer context window — paste entire specs or data sets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0848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at structured document generation (memos, specs)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43230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Careful reasoning for multi-step ratio calculations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7797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Can read uploaded files (PDF, Excel, images)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1280160"/>
            <a:ext cx="347472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12064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Claude with GitHub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06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Paste your GitHub file links as context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20848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Ask Claude to generate Markdown for your memos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243230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Upload your .xlsx and ask for ratio verification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7797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Claude to draft your Stage 4 AI prompt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520440"/>
            <a:ext cx="7680960" cy="10058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11880"/>
            <a:ext cx="320040" cy="32004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7160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Example Prompt for Stage 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960120" y="393192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"I'm writing a 300-400 word executive memo for my CFO about Apple Inc. (AAPL). The memo should cover: why ratio analysis matters, the six ratio categories (Performance, Profitability, Efficiency, Leverage, Liquidity, Du Pont), and a preview of my analytical plan. Use professional finance language."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Patterns That Work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these templates as starting points. Adapt them to your company and stage.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23444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12618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Give It a Role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581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 xml:space="preserve">Vague:  </a:t>
            </a:r>
            <a:r>
              <a:rPr lang="en-US" sz="1000" i="1" dirty="0">
                <a:solidFill>
                  <a:srgbClr val="8A9BAD"/>
                </a:solidFill>
              </a:rPr>
              <a:t>"Help me with ratios"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06240" y="12801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 xml:space="preserve">Better:  </a:t>
            </a:r>
            <a:r>
              <a:rPr lang="en-US" sz="1000" dirty="0">
                <a:solidFill>
                  <a:srgbClr val="5A6B7A"/>
                </a:solidFill>
              </a:rPr>
              <a:t>"You are an FP&amp;A analyst at Apple. Calculate the current ratio from these balance sheet figures..."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05740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20848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Provide the Data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2404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 xml:space="preserve">Vague:  </a:t>
            </a:r>
            <a:r>
              <a:rPr lang="en-US" sz="1000" i="1" dirty="0">
                <a:solidFill>
                  <a:srgbClr val="8A9BAD"/>
                </a:solidFill>
              </a:rPr>
              <a:t>"What is AAPL's ROE?"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0624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 xml:space="preserve">Better:  </a:t>
            </a:r>
            <a:r>
              <a:rPr lang="en-US" sz="1000" dirty="0">
                <a:solidFill>
                  <a:srgbClr val="5A6B7A"/>
                </a:solidFill>
              </a:rPr>
              <a:t>"Net Income: $93.7B. Shareholder Equity: $56.9B. Calculate ROE and explain what it means for Apple."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88036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1520" y="288036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0120" y="29077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Specify the Output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2278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 xml:space="preserve">Vague:  </a:t>
            </a:r>
            <a:r>
              <a:rPr lang="en-US" sz="1000" i="1" dirty="0">
                <a:solidFill>
                  <a:srgbClr val="8A9BAD"/>
                </a:solidFill>
              </a:rPr>
              <a:t>"Analyze these ratios"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06240" y="2926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 xml:space="preserve">Better:  </a:t>
            </a:r>
            <a:r>
              <a:rPr lang="en-US" sz="1000" dirty="0">
                <a:solidFill>
                  <a:srgbClr val="5A6B7A"/>
                </a:solidFill>
              </a:rPr>
              <a:t>"Present results in a Markdown table with columns: Ratio Name, Formula, Value, Interpretation. Use 2 decimal places."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70332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1520" y="370332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60120" y="37307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Request Verification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0507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 xml:space="preserve">Vague:  </a:t>
            </a:r>
            <a:r>
              <a:rPr lang="en-US" sz="1000" i="1" dirty="0">
                <a:solidFill>
                  <a:srgbClr val="8A9BAD"/>
                </a:solidFill>
              </a:rPr>
              <a:t>"Is this right?"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3749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 xml:space="preserve">Better:  </a:t>
            </a:r>
            <a:r>
              <a:rPr lang="en-US" sz="1000" dirty="0">
                <a:solidFill>
                  <a:srgbClr val="5A6B7A"/>
                </a:solidFill>
              </a:rPr>
              <a:t>"Cross-check: ROE should equal Profit Margin × Asset Turnover × Equity Multiplier via Du Pont. Show the math."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Putting It All Together: AI + GitHub Workflow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188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Draft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AI to draft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memo or spec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92024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19456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11887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2860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Edit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28600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Revise in your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text editor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65760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393192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1887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02336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02336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 the .md or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.xlsx file locally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39496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566928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18872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76072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76072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add + commit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clear message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1323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40664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9560" y="118872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49808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Push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49808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push to upload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GitHub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731520" y="3200400"/>
            <a:ext cx="7680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731520" y="3200400"/>
            <a:ext cx="54864" cy="123444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291840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37160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Don’t Forget Your Prompt Log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960120" y="3657600"/>
            <a:ext cx="7269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</a:rPr>
              <a:t xml:space="preserve">Every meaningful AI interaction should be logged in </a:t>
            </a:r>
            <a:r>
              <a:rPr lang="en-US" sz="1100" b="1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deliverables/prompt-log.md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</a:rPr>
              <a:t xml:space="preserve">For each entry, record: 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E2530"/>
                </a:solidFill>
              </a:rPr>
              <a:t>the prompt you used</a:t>
            </a:r>
            <a:r>
              <a:rPr lang="en-US" sz="1100" dirty="0">
                <a:solidFill>
                  <a:srgbClr val="5A6B7A"/>
                </a:solidFill>
              </a:rPr>
              <a:t xml:space="preserve">, </a:t>
            </a:r>
            <a:r>
              <a:rPr lang="en-US" sz="1100" b="1" dirty="0">
                <a:solidFill>
                  <a:srgbClr val="1E2530"/>
                </a:solidFill>
              </a:rPr>
              <a:t>the key output</a:t>
            </a:r>
            <a:r>
              <a:rPr lang="en-US" sz="1100" dirty="0">
                <a:solidFill>
                  <a:srgbClr val="5A6B7A"/>
                </a:solidFill>
              </a:rPr>
              <a:t xml:space="preserve">, and </a:t>
            </a:r>
            <a:r>
              <a:rPr lang="en-US" sz="1100" b="1" dirty="0">
                <a:solidFill>
                  <a:srgbClr val="1E2530"/>
                </a:solidFill>
              </a:rPr>
              <a:t>whether you used/modified/rejected it</a:t>
            </a:r>
            <a:r>
              <a:rPr lang="en-US" sz="1100" dirty="0">
                <a:solidFill>
                  <a:srgbClr val="5A6B7A"/>
                </a:solidFill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4 OF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setup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moved online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 walkthrough, cheat sheet, and common fixes now live at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adamwstauffer.github.io/ai-lms  →  Start Here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20040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1859</Words>
  <Application>Microsoft Office PowerPoint</Application>
  <PresentationFormat>On-screen Show (16:9)</PresentationFormat>
  <Paragraphs>279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Consolas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BUS-314 Appendix: GitHub &amp; AI Tools Setup Guide</dc:title>
  <dc:subject>PptxGenJS Presentation</dc:subject>
  <dc:creator>Adam W. Stauffer</dc:creator>
  <cp:lastModifiedBy>Adam Stauffer</cp:lastModifiedBy>
  <cp:revision>3</cp:revision>
  <dcterms:created xsi:type="dcterms:W3CDTF">2026-03-28T23:08:19Z</dcterms:created>
  <dcterms:modified xsi:type="dcterms:W3CDTF">2026-04-02T22:42:17Z</dcterms:modified>
</cp:coreProperties>
</file>