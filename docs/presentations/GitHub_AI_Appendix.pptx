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71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76" y="4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248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APPENDIX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&amp;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Setup Guide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Everything you need to create a GitHub account, install Git,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 your work, and use AI tools for this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GitHub &amp; Why Does It Matter?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is a cloud platform for version control. Think of it as Google Docs for code and documents — every change is tracked, reversible, and visible to your instructor.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202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History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save (commit) is permanent. You can always go back to a previous version if something breaks.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9202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Artifact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2044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GitHub profile becomes a professional portfolio. Employers and grad schools check GitHub.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9202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Submission &amp; Grading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17220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stage deliverables are submitted by committing to GitHub. Your commit history IS your audit trail.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 GitHub Account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to github.com and click Sign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your @hawaii.edu email (gets free GitHub Pro)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a professional username (e.g., firstname-lastname)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292608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Verify your email address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47472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 your GitHub username with the instructor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0" y="1280160"/>
            <a:ext cx="31089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320040" cy="3200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12648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 Tips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715000" y="192024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Username matters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Employers see it. Avoid gamer tags or joke names.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Student Developer Pack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education.github.com — free Pro features, Copilot access, and more with your .edu email.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Profile photo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Optional but professional. Headshot or avatar helps your instructor identify you.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2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Install Git on Your Computer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is the software that tracks changes. GitHub is the website that hosts your repository. You need both.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from git-scm.com/download/win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installer — accept all defaults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Git Bash (installed automatically)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  to confirm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064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Terminal (Applications → Utilities)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not installed, macOS will prompt you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 Install to add Xcode Command Line Tools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7680960" cy="82296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048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304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First-Time Setup (run these two commands once):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463040" y="4023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user.name "Your Name"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user.email "your@hawaii.edu"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3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Clone the Repository &amp; Open 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Cloning downloads a full copy of the project to your computer. You only do this once.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459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the clone URL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the repository page, click the green Code button → copy the HTTPS URL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3317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your terminal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Bash (Windows) or Terminal (Mac). Navigate to where you want the folder.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0175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the clone command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3273552"/>
            <a:ext cx="6858000" cy="27432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https://github.com/instructor/repo-name.git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3685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in your editor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34440" y="3931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the new folder in VS Code, or your preferred text editor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4160520"/>
            <a:ext cx="7680960" cy="411480"/>
          </a:xfrm>
          <a:prstGeom prst="rect">
            <a:avLst/>
          </a:prstGeom>
          <a:solidFill>
            <a:srgbClr val="EB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0624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325880" y="4160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 cloning, run  cd repo-name  to enter the project folder before doing anything else.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4 OF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setup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moved online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walkthrough, cheat sheet, and common fixes now live at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adamwstauffer.github.io/ai-lms  →  Start Here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1859</Words>
  <Application>Microsoft Office PowerPoint</Application>
  <PresentationFormat>On-screen Show (16:9)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Consolas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BUS-314 Appendix: GitHub &amp; AI Tools Setup Guide</dc:title>
  <dc:subject>PptxGenJS Presentation</dc:subject>
  <dc:creator>Adam W. Stauffer</dc:creator>
  <cp:lastModifiedBy>Adam Stauffer</cp:lastModifiedBy>
  <cp:revision>3</cp:revision>
  <dcterms:created xsi:type="dcterms:W3CDTF">2026-03-28T23:08:19Z</dcterms:created>
  <dcterms:modified xsi:type="dcterms:W3CDTF">2026-04-02T22:42:17Z</dcterms:modified>
</cp:coreProperties>
</file>