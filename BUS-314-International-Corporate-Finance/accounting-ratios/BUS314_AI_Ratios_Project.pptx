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Accounting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Ratios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four-stage journey from financial statements to executive recommendation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solidFill>
            <a:srgbClr val="36454F"/>
          </a:solidFill>
          <a:ln w="6350">
            <a:solidFill>
              <a:srgbClr val="5A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3749040"/>
            <a:ext cx="1645920" cy="640080"/>
          </a:xfrm>
          <a:prstGeom prst="rect">
            <a:avLst/>
          </a:prstGeom>
          <a:solidFill>
            <a:srgbClr val="36454F"/>
          </a:solidFill>
          <a:ln w="6350">
            <a:solidFill>
              <a:srgbClr val="5A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1645920" cy="640080"/>
          </a:xfrm>
          <a:prstGeom prst="rect">
            <a:avLst/>
          </a:prstGeom>
          <a:solidFill>
            <a:srgbClr val="36454F"/>
          </a:solidFill>
          <a:ln w="6350">
            <a:solidFill>
              <a:srgbClr val="5A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3749040"/>
            <a:ext cx="1645920" cy="640080"/>
          </a:xfrm>
          <a:prstGeom prst="rect">
            <a:avLst/>
          </a:prstGeom>
          <a:solidFill>
            <a:srgbClr val="B8975C"/>
          </a:solidFill>
          <a:ln w="6350">
            <a:solidFill>
              <a:srgbClr val="5A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 W. Stauffer  |  Shidler College of Business  |  University of Hawaiʻi at Mānoa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This Project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analysis is how professionals diagnose a company’s financial health. This project teaches you to pull data from real 10-K filings and convert it into actionable insights for the CFO.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965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workflow mirrors what FP&amp;A analysts, equity researchers, and auditors actually do when evaluating public companies.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4320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Fluency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learn to write machine-readable prompts that regenerate your model — a core competency in modern corporate finance.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61188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703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four-stage deliverable you can show in interviews: memo, model, spec, and AI-powered executive recommendation.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“Incomplete understanding is normal. Playing with AI tools is more than half the battle. We’re all figuring this out together.”</a:t>
            </a:r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— Instructor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Overview — Four Stages, 24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 →  DOCUMENT  →  ANALYZE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187452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344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Memo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 the problem: identify the company, explain why ratio analysis matters, and preview your analytical approach for the CFO.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1-page .md memo committed to GitHub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325880"/>
            <a:ext cx="187452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344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pts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86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 Model 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working spreadsheet with financial statement data, 25+ ratios across 6 categories, named ranges, and color-coded cells.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986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.xlsx workbook with inputs, formulas, outputs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25880"/>
            <a:ext cx="187452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1344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Spec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what you built and articulate an improved design — precise enough for another analyst or an AI to reconstruct.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2–3 page .md specification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325880"/>
            <a:ext cx="1874520" cy="5029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1344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134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Analysis + AI Prompt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134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 ratios, write a structured AI prompt to regenerate your model, and deliver strategic recommendations.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134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2–4 page .md final deliverable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 — Executive Memo  |  4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Write a 300–400 word memo to your CFO using _templates/template-decision-memo.md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the company, industry, one-sentence business 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Ratio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ratios reveal that raw financial statements alone do not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Ratio Categories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Performance, Profitability, Efficiency, Leverage, Liquidity, Du Pont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 EDGAR 10-K, Yahoo Finance, company investor relations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Preview Stages 2–4 so the CFO sees the full analytical plan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Deliverable: lastname-first-stage1-memo.md  |  Commit to GitHub  |  Save to docs/decisions/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 — Excel Model Build  |  6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Build a working Excel model using your assigned scenario workbook and the template from Lamaku.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Statements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 (current + prior year), Income Statement, Cash Flow Statement with named ranges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25+ Ratios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Performance, Profitability, Efficiency, Leverage, Liquidity, Du Pont decomposition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6517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BAL_, INC_, CASH_, RATIO_ prefixes — standardized for auditability and AI prompts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Sensitivity &amp; Checks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063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Pont cross-check, Balance Sheet balance, formula consistency verification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1874520" cy="32004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Yellow = Inputs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4251960"/>
            <a:ext cx="1874520" cy="320040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24" name="Text 22"/>
          <p:cNvSpPr/>
          <p:nvPr/>
        </p:nvSpPr>
        <p:spPr>
          <a:xfrm>
            <a:off x="27889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 = Assumptions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4251960"/>
            <a:ext cx="1874520" cy="32004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= Formulas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4251960"/>
            <a:ext cx="187452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 = Outputs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 — Technical Specification  |  4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Using _templates/template-spec.md, produce a 2–3 page spec another analyst or AI could use to rebuild your model.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Company, fiscal year, analytical objective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Inputs (Named Variables)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variable: name, value, unit, source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Assumptions &amp; 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Rate basis, data simplifications, exclusions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Calculation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 logic for each ratio category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Tables, charts, and summary sections expected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worked, what to improve next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excluded; how this feeds 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Rubric (4 pts):  Clarity &amp; Professionalism  |  Analytical Logic  |  Completeness  |  Reproducibility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 — Final Analysis + AI Prompt  |  10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Deliver a polished executive memo with strategic recommendations, plus a structured AI prompt that could regenerate your model.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 Sections (A–E)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1848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&amp; Data Summary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Results by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Interpretation &amp; Key Findings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5292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Pont Decomposition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6440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F — AI Prompt (Required)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financial data explicitly stated (no inferring)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ranges matching BAL_, INC_, CASH_ conventions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coding: Yellow / Blue / Green / Gray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Hierarchical headers: # GOAL → # DATA → # RATIOS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6 ratio categories + Du Pont decomposition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Verification: BS balance, Du Pont cross-check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Rubric: Interpretation 2 | Recommendation 2 | Du Pont 1 | AI Prompt 2 | Communication 1 | Output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 EC  Discuss AI Automation, Multi-File Reasoning, GitHub audit trails, or Accounting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Analyst-to-Automation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0624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90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&amp;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80960" y="1280160"/>
            <a:ext cx="1097280" cy="1097280"/>
          </a:xfrm>
          <a:prstGeom prst="ellipse">
            <a:avLst/>
          </a:prstGeom>
          <a:solidFill>
            <a:srgbClr val="B8975C"/>
          </a:solidFill>
          <a:ln w="6350">
            <a:solidFill>
              <a:srgbClr val="8A9B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438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017520"/>
            <a:ext cx="2468880" cy="1645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017520"/>
            <a:ext cx="246888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First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the model before writing the spec gives you real knowledge of which inputs matter most.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017520"/>
            <a:ext cx="2468880" cy="1645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0" y="3017520"/>
            <a:ext cx="246888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 After Build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Post-build specs are more precise because you know where judgment calls were required.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2468880" cy="1645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017520"/>
            <a:ext cx="246888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= Machine Instructions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spec’s named ranges and calculation flow translate directly into an AI-executable prompt.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Assigned Scenario — U.S. Public Companies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student is assigned one of five company scenarios with pre-populated financial statement data from the most recent 10-K filing.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AAPL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 Inc.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4884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884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028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Corp.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&amp; Cloud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4028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4028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028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28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WMT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3192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Walmart Inc.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3192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3192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3212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XOM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3212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2356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Exxon Mobil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Energy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2356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2356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2356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2376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2376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2376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Caterpillar Inc.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rates, prices, and quotes as of market close on the day you begin Stage 2. Record date and source.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— Version Control Is a Professional Skill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to Save Deliverables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 Memo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docs/decisions/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 Excel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docs/templates/excel/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 Spec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 or project root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 Final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 or project root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Workflow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5389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53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.md file from template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6537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in recommended directory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7685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&lt;file&gt;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8833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commit -m 'Stage X deliverable'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9981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1129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file is visible on GitHub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 is not just submission — it is a core professional skill practiced throughout this project.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Use Policy + Prompt Engineering Best Practices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Is Encouraged — With Accountability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Clarify theory or extend readings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 data, statistics, examples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020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arguments with counterarguments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scenarios, brainstorm responses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Practice clear communication in prompts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  </a:t>
            </a:r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 ALL AI use in your Prompt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  </a:t>
            </a:r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outputs against trusted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  </a:t>
            </a:r>
            <a:pPr indent="0" marL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supplements — not replaces — your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Rules for Great AI Prompts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4416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307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specific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 every financial line item. AI does not infer missing data.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98424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1947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named ranges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let AI invent its own naming convention.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62432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# GOAL → # DATA → # RATIOS → # VERIFY as headers.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26440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formatting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codes, sections, layout — be explicit.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90448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3867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context files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links to your spec are the most efficient approach.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Relevance — Where This Gets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skills built in this project appear directly in job descriptions for these roles: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5146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FP&amp;A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trend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benchmarking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variance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280160"/>
            <a:ext cx="25146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Finance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structure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Liquidity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Investor relations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25146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Banking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Comparable company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Credit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Valuation multiples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08960"/>
            <a:ext cx="374904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Accounting &amp;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Analytical procedures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controls evaluation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statement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310896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3108960"/>
            <a:ext cx="374904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&amp; AI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5661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Spec-to-prompt pipelines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version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AI-assisted modeling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a portfolio-ready artifact for internships, jobs, and graduate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Let’s Begin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 isn’t perfection — it’s exploration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 with prompts, iterate on your spec, ask AI for help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every deliverable to GitHub — version control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We’re all learning in real-time. Your uncertainty is shared by everyone.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  |  adamstau@hawaii.edu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BUS-314 Accounting &amp; Performance Ratios — AI-Powered Project</dc:title>
  <dc:subject>PptxGenJS Presentation</dc:subject>
  <dc:creator>Adam W. Stauffer</dc:creator>
  <cp:lastModifiedBy>Adam W. Stauffer</cp:lastModifiedBy>
  <cp:revision>1</cp:revision>
  <dcterms:created xsi:type="dcterms:W3CDTF">2026-03-25T18:57:12Z</dcterms:created>
  <dcterms:modified xsi:type="dcterms:W3CDTF">2026-03-25T18:57:12Z</dcterms:modified>
</cp:coreProperties>
</file>